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  <p:sldId id="271" r:id="rId16"/>
    <p:sldId id="270" r:id="rId17"/>
    <p:sldId id="273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 chee" userId="0455a6a004de1107" providerId="LiveId" clId="{599582AA-F2D0-4297-BEE5-0851E0C23CD1}"/>
    <pc:docChg chg="modSld">
      <pc:chgData name="pan chee" userId="0455a6a004de1107" providerId="LiveId" clId="{599582AA-F2D0-4297-BEE5-0851E0C23CD1}" dt="2023-08-29T15:46:35.110" v="33" actId="20577"/>
      <pc:docMkLst>
        <pc:docMk/>
      </pc:docMkLst>
      <pc:sldChg chg="modSp">
        <pc:chgData name="pan chee" userId="0455a6a004de1107" providerId="LiveId" clId="{599582AA-F2D0-4297-BEE5-0851E0C23CD1}" dt="2023-08-29T15:46:35.110" v="33" actId="20577"/>
        <pc:sldMkLst>
          <pc:docMk/>
          <pc:sldMk cId="1484220912" sldId="256"/>
        </pc:sldMkLst>
        <pc:spChg chg="mod">
          <ac:chgData name="pan chee" userId="0455a6a004de1107" providerId="LiveId" clId="{599582AA-F2D0-4297-BEE5-0851E0C23CD1}" dt="2023-08-29T15:46:35.110" v="33" actId="20577"/>
          <ac:spMkLst>
            <pc:docMk/>
            <pc:sldMk cId="1484220912" sldId="256"/>
            <ac:spMk id="6" creationId="{8F446F46-EB8B-33D4-264C-DA8D28DDC05D}"/>
          </ac:spMkLst>
        </pc:spChg>
      </pc:sldChg>
      <pc:sldChg chg="modSp">
        <pc:chgData name="pan chee" userId="0455a6a004de1107" providerId="LiveId" clId="{599582AA-F2D0-4297-BEE5-0851E0C23CD1}" dt="2023-08-29T12:04:31.830" v="25" actId="20577"/>
        <pc:sldMkLst>
          <pc:docMk/>
          <pc:sldMk cId="2091793339" sldId="259"/>
        </pc:sldMkLst>
        <pc:spChg chg="mod">
          <ac:chgData name="pan chee" userId="0455a6a004de1107" providerId="LiveId" clId="{599582AA-F2D0-4297-BEE5-0851E0C23CD1}" dt="2023-08-29T12:04:31.830" v="25" actId="20577"/>
          <ac:spMkLst>
            <pc:docMk/>
            <pc:sldMk cId="2091793339" sldId="259"/>
            <ac:spMk id="4" creationId="{36E4E9AA-AA9A-3B37-F0D3-F383E4370B9B}"/>
          </ac:spMkLst>
        </pc:spChg>
      </pc:sldChg>
    </pc:docChg>
  </pc:docChgLst>
  <pc:docChgLst>
    <pc:chgData name="pan chee" userId="0455a6a004de1107" providerId="LiveId" clId="{09490F16-BB03-43AF-9899-F673A016B2F6}"/>
    <pc:docChg chg="custSel addSld modSld sldOrd">
      <pc:chgData name="pan chee" userId="0455a6a004de1107" providerId="LiveId" clId="{09490F16-BB03-43AF-9899-F673A016B2F6}" dt="2023-08-29T15:49:00.885" v="119" actId="20577"/>
      <pc:docMkLst>
        <pc:docMk/>
      </pc:docMkLst>
      <pc:sldChg chg="modSp mod">
        <pc:chgData name="pan chee" userId="0455a6a004de1107" providerId="LiveId" clId="{09490F16-BB03-43AF-9899-F673A016B2F6}" dt="2023-08-29T15:48:45.274" v="118" actId="20577"/>
        <pc:sldMkLst>
          <pc:docMk/>
          <pc:sldMk cId="1484220912" sldId="256"/>
        </pc:sldMkLst>
        <pc:spChg chg="mod">
          <ac:chgData name="pan chee" userId="0455a6a004de1107" providerId="LiveId" clId="{09490F16-BB03-43AF-9899-F673A016B2F6}" dt="2023-08-29T15:48:45.274" v="118" actId="20577"/>
          <ac:spMkLst>
            <pc:docMk/>
            <pc:sldMk cId="1484220912" sldId="256"/>
            <ac:spMk id="6" creationId="{8F446F46-EB8B-33D4-264C-DA8D28DDC05D}"/>
          </ac:spMkLst>
        </pc:spChg>
      </pc:sldChg>
      <pc:sldChg chg="modSp mod">
        <pc:chgData name="pan chee" userId="0455a6a004de1107" providerId="LiveId" clId="{09490F16-BB03-43AF-9899-F673A016B2F6}" dt="2023-08-29T15:49:00.885" v="119" actId="20577"/>
        <pc:sldMkLst>
          <pc:docMk/>
          <pc:sldMk cId="2091793339" sldId="259"/>
        </pc:sldMkLst>
        <pc:spChg chg="mod">
          <ac:chgData name="pan chee" userId="0455a6a004de1107" providerId="LiveId" clId="{09490F16-BB03-43AF-9899-F673A016B2F6}" dt="2023-08-29T15:49:00.885" v="119" actId="20577"/>
          <ac:spMkLst>
            <pc:docMk/>
            <pc:sldMk cId="2091793339" sldId="259"/>
            <ac:spMk id="4" creationId="{36E4E9AA-AA9A-3B37-F0D3-F383E4370B9B}"/>
          </ac:spMkLst>
        </pc:spChg>
      </pc:sldChg>
      <pc:sldChg chg="addSp modSp mod setBg">
        <pc:chgData name="pan chee" userId="0455a6a004de1107" providerId="LiveId" clId="{09490F16-BB03-43AF-9899-F673A016B2F6}" dt="2023-08-26T15:20:20.048" v="5" actId="14100"/>
        <pc:sldMkLst>
          <pc:docMk/>
          <pc:sldMk cId="3972794967" sldId="261"/>
        </pc:sldMkLst>
        <pc:picChg chg="add mod">
          <ac:chgData name="pan chee" userId="0455a6a004de1107" providerId="LiveId" clId="{09490F16-BB03-43AF-9899-F673A016B2F6}" dt="2023-08-26T15:20:20.048" v="5" actId="14100"/>
          <ac:picMkLst>
            <pc:docMk/>
            <pc:sldMk cId="3972794967" sldId="261"/>
            <ac:picMk id="3" creationId="{B2EFB61C-A842-EB7E-B5D4-FD4702104542}"/>
          </ac:picMkLst>
        </pc:picChg>
      </pc:sldChg>
      <pc:sldChg chg="addSp delSp modSp new mod">
        <pc:chgData name="pan chee" userId="0455a6a004de1107" providerId="LiveId" clId="{09490F16-BB03-43AF-9899-F673A016B2F6}" dt="2023-08-26T15:22:30.095" v="11" actId="14100"/>
        <pc:sldMkLst>
          <pc:docMk/>
          <pc:sldMk cId="1395217564" sldId="262"/>
        </pc:sldMkLst>
        <pc:spChg chg="del">
          <ac:chgData name="pan chee" userId="0455a6a004de1107" providerId="LiveId" clId="{09490F16-BB03-43AF-9899-F673A016B2F6}" dt="2023-08-26T15:20:32.384" v="8" actId="478"/>
          <ac:spMkLst>
            <pc:docMk/>
            <pc:sldMk cId="1395217564" sldId="262"/>
            <ac:spMk id="2" creationId="{B1FADC5B-6C82-0897-7EA9-9D34AFFB25E7}"/>
          </ac:spMkLst>
        </pc:spChg>
        <pc:spChg chg="del">
          <ac:chgData name="pan chee" userId="0455a6a004de1107" providerId="LiveId" clId="{09490F16-BB03-43AF-9899-F673A016B2F6}" dt="2023-08-26T15:20:32.016" v="7" actId="478"/>
          <ac:spMkLst>
            <pc:docMk/>
            <pc:sldMk cId="1395217564" sldId="262"/>
            <ac:spMk id="3" creationId="{6E48E84D-BB07-C952-8B58-0D5F231FB556}"/>
          </ac:spMkLst>
        </pc:spChg>
        <pc:picChg chg="add mod">
          <ac:chgData name="pan chee" userId="0455a6a004de1107" providerId="LiveId" clId="{09490F16-BB03-43AF-9899-F673A016B2F6}" dt="2023-08-26T15:22:30.095" v="11" actId="14100"/>
          <ac:picMkLst>
            <pc:docMk/>
            <pc:sldMk cId="1395217564" sldId="262"/>
            <ac:picMk id="5" creationId="{74919CF4-6D2D-7234-0DE9-A9447CD78C50}"/>
          </ac:picMkLst>
        </pc:picChg>
      </pc:sldChg>
      <pc:sldChg chg="addSp delSp modSp new mod">
        <pc:chgData name="pan chee" userId="0455a6a004de1107" providerId="LiveId" clId="{09490F16-BB03-43AF-9899-F673A016B2F6}" dt="2023-08-26T15:23:30.756" v="18" actId="14100"/>
        <pc:sldMkLst>
          <pc:docMk/>
          <pc:sldMk cId="3088480183" sldId="263"/>
        </pc:sldMkLst>
        <pc:spChg chg="del">
          <ac:chgData name="pan chee" userId="0455a6a004de1107" providerId="LiveId" clId="{09490F16-BB03-43AF-9899-F673A016B2F6}" dt="2023-08-26T15:22:37.542" v="14" actId="478"/>
          <ac:spMkLst>
            <pc:docMk/>
            <pc:sldMk cId="3088480183" sldId="263"/>
            <ac:spMk id="2" creationId="{31C8A365-C8D5-6164-5E1F-494212385DC2}"/>
          </ac:spMkLst>
        </pc:spChg>
        <pc:spChg chg="del">
          <ac:chgData name="pan chee" userId="0455a6a004de1107" providerId="LiveId" clId="{09490F16-BB03-43AF-9899-F673A016B2F6}" dt="2023-08-26T15:22:37.096" v="13" actId="478"/>
          <ac:spMkLst>
            <pc:docMk/>
            <pc:sldMk cId="3088480183" sldId="263"/>
            <ac:spMk id="3" creationId="{FB4F5302-3CA9-361F-7348-B547C2DB8662}"/>
          </ac:spMkLst>
        </pc:spChg>
        <pc:picChg chg="add mod">
          <ac:chgData name="pan chee" userId="0455a6a004de1107" providerId="LiveId" clId="{09490F16-BB03-43AF-9899-F673A016B2F6}" dt="2023-08-26T15:23:30.756" v="18" actId="14100"/>
          <ac:picMkLst>
            <pc:docMk/>
            <pc:sldMk cId="3088480183" sldId="263"/>
            <ac:picMk id="5" creationId="{F99FC2AC-C8A2-895B-8EF1-F51DBF0E405D}"/>
          </ac:picMkLst>
        </pc:picChg>
      </pc:sldChg>
      <pc:sldChg chg="addSp delSp modSp new mod">
        <pc:chgData name="pan chee" userId="0455a6a004de1107" providerId="LiveId" clId="{09490F16-BB03-43AF-9899-F673A016B2F6}" dt="2023-08-26T15:26:14.811" v="32"/>
        <pc:sldMkLst>
          <pc:docMk/>
          <pc:sldMk cId="2542508908" sldId="264"/>
        </pc:sldMkLst>
        <pc:spChg chg="del">
          <ac:chgData name="pan chee" userId="0455a6a004de1107" providerId="LiveId" clId="{09490F16-BB03-43AF-9899-F673A016B2F6}" dt="2023-08-26T15:23:36.835" v="22" actId="478"/>
          <ac:spMkLst>
            <pc:docMk/>
            <pc:sldMk cId="2542508908" sldId="264"/>
            <ac:spMk id="2" creationId="{7989772F-134D-732E-DB01-DA61FF711BF1}"/>
          </ac:spMkLst>
        </pc:spChg>
        <pc:spChg chg="del mod">
          <ac:chgData name="pan chee" userId="0455a6a004de1107" providerId="LiveId" clId="{09490F16-BB03-43AF-9899-F673A016B2F6}" dt="2023-08-26T15:23:36.377" v="21" actId="478"/>
          <ac:spMkLst>
            <pc:docMk/>
            <pc:sldMk cId="2542508908" sldId="264"/>
            <ac:spMk id="3" creationId="{BF789A3A-8AC4-FAD7-1D63-D0036596D708}"/>
          </ac:spMkLst>
        </pc:spChg>
        <pc:picChg chg="add del mod">
          <ac:chgData name="pan chee" userId="0455a6a004de1107" providerId="LiveId" clId="{09490F16-BB03-43AF-9899-F673A016B2F6}" dt="2023-08-26T15:25:57.247" v="31" actId="478"/>
          <ac:picMkLst>
            <pc:docMk/>
            <pc:sldMk cId="2542508908" sldId="264"/>
            <ac:picMk id="5" creationId="{6CE69660-46ED-89EA-0C7B-96D4976AAB54}"/>
          </ac:picMkLst>
        </pc:picChg>
        <pc:picChg chg="add mod">
          <ac:chgData name="pan chee" userId="0455a6a004de1107" providerId="LiveId" clId="{09490F16-BB03-43AF-9899-F673A016B2F6}" dt="2023-08-26T15:26:14.811" v="32"/>
          <ac:picMkLst>
            <pc:docMk/>
            <pc:sldMk cId="2542508908" sldId="264"/>
            <ac:picMk id="7" creationId="{1667AF1A-2C4C-04AC-E630-CDDB8CF26FC9}"/>
          </ac:picMkLst>
        </pc:picChg>
      </pc:sldChg>
      <pc:sldChg chg="addSp delSp modSp new mod">
        <pc:chgData name="pan chee" userId="0455a6a004de1107" providerId="LiveId" clId="{09490F16-BB03-43AF-9899-F673A016B2F6}" dt="2023-08-26T15:25:26.949" v="30"/>
        <pc:sldMkLst>
          <pc:docMk/>
          <pc:sldMk cId="3296288168" sldId="265"/>
        </pc:sldMkLst>
        <pc:spChg chg="del">
          <ac:chgData name="pan chee" userId="0455a6a004de1107" providerId="LiveId" clId="{09490F16-BB03-43AF-9899-F673A016B2F6}" dt="2023-08-26T15:24:32.313" v="29" actId="478"/>
          <ac:spMkLst>
            <pc:docMk/>
            <pc:sldMk cId="3296288168" sldId="265"/>
            <ac:spMk id="2" creationId="{C0D56D26-5DFD-9ADE-11AF-CD975A1BF5F7}"/>
          </ac:spMkLst>
        </pc:spChg>
        <pc:spChg chg="del mod">
          <ac:chgData name="pan chee" userId="0455a6a004de1107" providerId="LiveId" clId="{09490F16-BB03-43AF-9899-F673A016B2F6}" dt="2023-08-26T15:24:31.793" v="28" actId="478"/>
          <ac:spMkLst>
            <pc:docMk/>
            <pc:sldMk cId="3296288168" sldId="265"/>
            <ac:spMk id="3" creationId="{A33252D2-3DA8-3E43-D387-9849C1A36035}"/>
          </ac:spMkLst>
        </pc:spChg>
        <pc:picChg chg="add mod">
          <ac:chgData name="pan chee" userId="0455a6a004de1107" providerId="LiveId" clId="{09490F16-BB03-43AF-9899-F673A016B2F6}" dt="2023-08-26T15:25:26.949" v="30"/>
          <ac:picMkLst>
            <pc:docMk/>
            <pc:sldMk cId="3296288168" sldId="265"/>
            <ac:picMk id="5" creationId="{F61BE0F4-5181-F5E6-32D3-7914DCAD6CAD}"/>
          </ac:picMkLst>
        </pc:picChg>
      </pc:sldChg>
      <pc:sldChg chg="addSp delSp modSp new mod">
        <pc:chgData name="pan chee" userId="0455a6a004de1107" providerId="LiveId" clId="{09490F16-BB03-43AF-9899-F673A016B2F6}" dt="2023-08-26T15:30:09.539" v="43" actId="14100"/>
        <pc:sldMkLst>
          <pc:docMk/>
          <pc:sldMk cId="714846933" sldId="266"/>
        </pc:sldMkLst>
        <pc:spChg chg="del">
          <ac:chgData name="pan chee" userId="0455a6a004de1107" providerId="LiveId" clId="{09490F16-BB03-43AF-9899-F673A016B2F6}" dt="2023-08-26T15:26:50.065" v="34" actId="478"/>
          <ac:spMkLst>
            <pc:docMk/>
            <pc:sldMk cId="714846933" sldId="266"/>
            <ac:spMk id="2" creationId="{85CF8C61-296E-7953-63FD-662E4DB6E581}"/>
          </ac:spMkLst>
        </pc:spChg>
        <pc:spChg chg="del">
          <ac:chgData name="pan chee" userId="0455a6a004de1107" providerId="LiveId" clId="{09490F16-BB03-43AF-9899-F673A016B2F6}" dt="2023-08-26T15:26:50.539" v="35" actId="478"/>
          <ac:spMkLst>
            <pc:docMk/>
            <pc:sldMk cId="714846933" sldId="266"/>
            <ac:spMk id="3" creationId="{0211D87B-2908-8798-4762-6A032D37F40A}"/>
          </ac:spMkLst>
        </pc:spChg>
        <pc:picChg chg="add del mod">
          <ac:chgData name="pan chee" userId="0455a6a004de1107" providerId="LiveId" clId="{09490F16-BB03-43AF-9899-F673A016B2F6}" dt="2023-08-26T15:28:53.452" v="40" actId="478"/>
          <ac:picMkLst>
            <pc:docMk/>
            <pc:sldMk cId="714846933" sldId="266"/>
            <ac:picMk id="5" creationId="{21941BBF-6A2B-1D15-DDE7-8CD960A9B04A}"/>
          </ac:picMkLst>
        </pc:picChg>
        <pc:picChg chg="add mod">
          <ac:chgData name="pan chee" userId="0455a6a004de1107" providerId="LiveId" clId="{09490F16-BB03-43AF-9899-F673A016B2F6}" dt="2023-08-26T15:30:09.539" v="43" actId="14100"/>
          <ac:picMkLst>
            <pc:docMk/>
            <pc:sldMk cId="714846933" sldId="266"/>
            <ac:picMk id="7" creationId="{131DD2BC-E71C-D085-C2D6-322B9C92A396}"/>
          </ac:picMkLst>
        </pc:picChg>
      </pc:sldChg>
      <pc:sldChg chg="addSp delSp modSp new mod">
        <pc:chgData name="pan chee" userId="0455a6a004de1107" providerId="LiveId" clId="{09490F16-BB03-43AF-9899-F673A016B2F6}" dt="2023-08-26T15:31:58.907" v="49" actId="14100"/>
        <pc:sldMkLst>
          <pc:docMk/>
          <pc:sldMk cId="3726040201" sldId="267"/>
        </pc:sldMkLst>
        <pc:spChg chg="del">
          <ac:chgData name="pan chee" userId="0455a6a004de1107" providerId="LiveId" clId="{09490F16-BB03-43AF-9899-F673A016B2F6}" dt="2023-08-26T15:30:17.888" v="45" actId="478"/>
          <ac:spMkLst>
            <pc:docMk/>
            <pc:sldMk cId="3726040201" sldId="267"/>
            <ac:spMk id="2" creationId="{BC2627DA-3CB2-A8D2-B93B-AA8575963C9B}"/>
          </ac:spMkLst>
        </pc:spChg>
        <pc:spChg chg="del">
          <ac:chgData name="pan chee" userId="0455a6a004de1107" providerId="LiveId" clId="{09490F16-BB03-43AF-9899-F673A016B2F6}" dt="2023-08-26T15:30:19.302" v="46" actId="478"/>
          <ac:spMkLst>
            <pc:docMk/>
            <pc:sldMk cId="3726040201" sldId="267"/>
            <ac:spMk id="3" creationId="{4BB4DA43-2132-9C10-4F18-40D922354F7A}"/>
          </ac:spMkLst>
        </pc:spChg>
        <pc:picChg chg="add mod">
          <ac:chgData name="pan chee" userId="0455a6a004de1107" providerId="LiveId" clId="{09490F16-BB03-43AF-9899-F673A016B2F6}" dt="2023-08-26T15:31:58.907" v="49" actId="14100"/>
          <ac:picMkLst>
            <pc:docMk/>
            <pc:sldMk cId="3726040201" sldId="267"/>
            <ac:picMk id="5" creationId="{4120A5E7-B4FF-2271-113A-9D6B2BDA1CF1}"/>
          </ac:picMkLst>
        </pc:picChg>
      </pc:sldChg>
      <pc:sldChg chg="addSp delSp modSp new mod">
        <pc:chgData name="pan chee" userId="0455a6a004de1107" providerId="LiveId" clId="{09490F16-BB03-43AF-9899-F673A016B2F6}" dt="2023-08-26T15:33:35.363" v="56" actId="14100"/>
        <pc:sldMkLst>
          <pc:docMk/>
          <pc:sldMk cId="452747069" sldId="268"/>
        </pc:sldMkLst>
        <pc:spChg chg="del">
          <ac:chgData name="pan chee" userId="0455a6a004de1107" providerId="LiveId" clId="{09490F16-BB03-43AF-9899-F673A016B2F6}" dt="2023-08-26T15:32:05.264" v="52" actId="478"/>
          <ac:spMkLst>
            <pc:docMk/>
            <pc:sldMk cId="452747069" sldId="268"/>
            <ac:spMk id="2" creationId="{D9DD8CE2-C13F-8585-CFE5-4CE146D01B84}"/>
          </ac:spMkLst>
        </pc:spChg>
        <pc:spChg chg="del">
          <ac:chgData name="pan chee" userId="0455a6a004de1107" providerId="LiveId" clId="{09490F16-BB03-43AF-9899-F673A016B2F6}" dt="2023-08-26T15:32:04.569" v="51" actId="478"/>
          <ac:spMkLst>
            <pc:docMk/>
            <pc:sldMk cId="452747069" sldId="268"/>
            <ac:spMk id="3" creationId="{7D1B86A8-BD44-B7B6-E0D3-3995E24C427F}"/>
          </ac:spMkLst>
        </pc:spChg>
        <pc:picChg chg="add mod">
          <ac:chgData name="pan chee" userId="0455a6a004de1107" providerId="LiveId" clId="{09490F16-BB03-43AF-9899-F673A016B2F6}" dt="2023-08-26T15:33:35.363" v="56" actId="14100"/>
          <ac:picMkLst>
            <pc:docMk/>
            <pc:sldMk cId="452747069" sldId="268"/>
            <ac:picMk id="5" creationId="{B537D72A-8473-7EAB-6077-A72FE77E6946}"/>
          </ac:picMkLst>
        </pc:picChg>
      </pc:sldChg>
      <pc:sldChg chg="addSp modSp new mod ord">
        <pc:chgData name="pan chee" userId="0455a6a004de1107" providerId="LiveId" clId="{09490F16-BB03-43AF-9899-F673A016B2F6}" dt="2023-08-26T15:34:48.515" v="61"/>
        <pc:sldMkLst>
          <pc:docMk/>
          <pc:sldMk cId="2257149440" sldId="269"/>
        </pc:sldMkLst>
        <pc:picChg chg="add mod">
          <ac:chgData name="pan chee" userId="0455a6a004de1107" providerId="LiveId" clId="{09490F16-BB03-43AF-9899-F673A016B2F6}" dt="2023-08-26T15:34:39.539" v="59" actId="14100"/>
          <ac:picMkLst>
            <pc:docMk/>
            <pc:sldMk cId="2257149440" sldId="269"/>
            <ac:picMk id="3" creationId="{AFFB8598-BE22-73F8-5699-A65731EC699C}"/>
          </ac:picMkLst>
        </pc:picChg>
      </pc:sldChg>
      <pc:sldChg chg="addSp delSp modSp new mod">
        <pc:chgData name="pan chee" userId="0455a6a004de1107" providerId="LiveId" clId="{09490F16-BB03-43AF-9899-F673A016B2F6}" dt="2023-08-26T15:37:11.687" v="66"/>
        <pc:sldMkLst>
          <pc:docMk/>
          <pc:sldMk cId="4105616648" sldId="270"/>
        </pc:sldMkLst>
        <pc:spChg chg="del">
          <ac:chgData name="pan chee" userId="0455a6a004de1107" providerId="LiveId" clId="{09490F16-BB03-43AF-9899-F673A016B2F6}" dt="2023-08-26T15:34:59.605" v="65" actId="478"/>
          <ac:spMkLst>
            <pc:docMk/>
            <pc:sldMk cId="4105616648" sldId="270"/>
            <ac:spMk id="2" creationId="{2E5813E7-406A-03B0-B7C0-3DDE3593E3BD}"/>
          </ac:spMkLst>
        </pc:spChg>
        <pc:spChg chg="del mod">
          <ac:chgData name="pan chee" userId="0455a6a004de1107" providerId="LiveId" clId="{09490F16-BB03-43AF-9899-F673A016B2F6}" dt="2023-08-26T15:34:59.208" v="64" actId="478"/>
          <ac:spMkLst>
            <pc:docMk/>
            <pc:sldMk cId="4105616648" sldId="270"/>
            <ac:spMk id="3" creationId="{32848A1F-11A4-1C24-A0E2-5E9340346B3D}"/>
          </ac:spMkLst>
        </pc:spChg>
        <pc:picChg chg="add">
          <ac:chgData name="pan chee" userId="0455a6a004de1107" providerId="LiveId" clId="{09490F16-BB03-43AF-9899-F673A016B2F6}" dt="2023-08-26T15:37:11.687" v="66"/>
          <ac:picMkLst>
            <pc:docMk/>
            <pc:sldMk cId="4105616648" sldId="270"/>
            <ac:picMk id="4" creationId="{C808730B-4C8C-6331-6A89-F510E8028274}"/>
          </ac:picMkLst>
        </pc:picChg>
      </pc:sldChg>
      <pc:sldChg chg="addSp delSp modSp new mod">
        <pc:chgData name="pan chee" userId="0455a6a004de1107" providerId="LiveId" clId="{09490F16-BB03-43AF-9899-F673A016B2F6}" dt="2023-08-26T15:40:09.915" v="73" actId="1076"/>
        <pc:sldMkLst>
          <pc:docMk/>
          <pc:sldMk cId="18466397" sldId="271"/>
        </pc:sldMkLst>
        <pc:spChg chg="del">
          <ac:chgData name="pan chee" userId="0455a6a004de1107" providerId="LiveId" clId="{09490F16-BB03-43AF-9899-F673A016B2F6}" dt="2023-08-26T15:37:25.596" v="69" actId="478"/>
          <ac:spMkLst>
            <pc:docMk/>
            <pc:sldMk cId="18466397" sldId="271"/>
            <ac:spMk id="2" creationId="{1D3DE9CD-F9BF-8F7D-A833-7034384B2ED4}"/>
          </ac:spMkLst>
        </pc:spChg>
        <pc:spChg chg="del">
          <ac:chgData name="pan chee" userId="0455a6a004de1107" providerId="LiveId" clId="{09490F16-BB03-43AF-9899-F673A016B2F6}" dt="2023-08-26T15:37:25.260" v="68" actId="478"/>
          <ac:spMkLst>
            <pc:docMk/>
            <pc:sldMk cId="18466397" sldId="271"/>
            <ac:spMk id="3" creationId="{5BDA38E3-B481-8CCE-CA39-A7749269B238}"/>
          </ac:spMkLst>
        </pc:spChg>
        <pc:picChg chg="add mod">
          <ac:chgData name="pan chee" userId="0455a6a004de1107" providerId="LiveId" clId="{09490F16-BB03-43AF-9899-F673A016B2F6}" dt="2023-08-26T15:38:58.557" v="71" actId="1076"/>
          <ac:picMkLst>
            <pc:docMk/>
            <pc:sldMk cId="18466397" sldId="271"/>
            <ac:picMk id="5" creationId="{029891BA-E034-E9B9-5416-45064954F7B8}"/>
          </ac:picMkLst>
        </pc:picChg>
        <pc:picChg chg="add mod">
          <ac:chgData name="pan chee" userId="0455a6a004de1107" providerId="LiveId" clId="{09490F16-BB03-43AF-9899-F673A016B2F6}" dt="2023-08-26T15:40:09.915" v="73" actId="1076"/>
          <ac:picMkLst>
            <pc:docMk/>
            <pc:sldMk cId="18466397" sldId="271"/>
            <ac:picMk id="7" creationId="{8F02895E-A3EE-82E7-17EE-B825B333802A}"/>
          </ac:picMkLst>
        </pc:picChg>
      </pc:sldChg>
      <pc:sldChg chg="addSp delSp modSp new mod">
        <pc:chgData name="pan chee" userId="0455a6a004de1107" providerId="LiveId" clId="{09490F16-BB03-43AF-9899-F673A016B2F6}" dt="2023-08-26T15:41:01.532" v="78" actId="1076"/>
        <pc:sldMkLst>
          <pc:docMk/>
          <pc:sldMk cId="2824666462" sldId="272"/>
        </pc:sldMkLst>
        <pc:spChg chg="del">
          <ac:chgData name="pan chee" userId="0455a6a004de1107" providerId="LiveId" clId="{09490F16-BB03-43AF-9899-F673A016B2F6}" dt="2023-08-26T15:40:56.044" v="76" actId="478"/>
          <ac:spMkLst>
            <pc:docMk/>
            <pc:sldMk cId="2824666462" sldId="272"/>
            <ac:spMk id="2" creationId="{EDE48FE8-83EC-075B-BFC0-8FDA064AD3D3}"/>
          </ac:spMkLst>
        </pc:spChg>
        <pc:spChg chg="del">
          <ac:chgData name="pan chee" userId="0455a6a004de1107" providerId="LiveId" clId="{09490F16-BB03-43AF-9899-F673A016B2F6}" dt="2023-08-26T15:40:54.599" v="75" actId="478"/>
          <ac:spMkLst>
            <pc:docMk/>
            <pc:sldMk cId="2824666462" sldId="272"/>
            <ac:spMk id="3" creationId="{28542FD2-3564-6BBA-2C19-7A6F5839F4C8}"/>
          </ac:spMkLst>
        </pc:spChg>
        <pc:picChg chg="add mod">
          <ac:chgData name="pan chee" userId="0455a6a004de1107" providerId="LiveId" clId="{09490F16-BB03-43AF-9899-F673A016B2F6}" dt="2023-08-26T15:41:01.532" v="78" actId="1076"/>
          <ac:picMkLst>
            <pc:docMk/>
            <pc:sldMk cId="2824666462" sldId="272"/>
            <ac:picMk id="4" creationId="{84138938-1909-B4FD-C8DA-602C7DEFE57B}"/>
          </ac:picMkLst>
        </pc:picChg>
      </pc:sldChg>
      <pc:sldChg chg="addSp delSp modSp new mod">
        <pc:chgData name="pan chee" userId="0455a6a004de1107" providerId="LiveId" clId="{09490F16-BB03-43AF-9899-F673A016B2F6}" dt="2023-08-26T15:45:19.975" v="83" actId="1076"/>
        <pc:sldMkLst>
          <pc:docMk/>
          <pc:sldMk cId="1088349781" sldId="273"/>
        </pc:sldMkLst>
        <pc:spChg chg="del">
          <ac:chgData name="pan chee" userId="0455a6a004de1107" providerId="LiveId" clId="{09490F16-BB03-43AF-9899-F673A016B2F6}" dt="2023-08-26T15:45:07.234" v="81" actId="478"/>
          <ac:spMkLst>
            <pc:docMk/>
            <pc:sldMk cId="1088349781" sldId="273"/>
            <ac:spMk id="2" creationId="{A13CD3FF-70D7-3C9E-F96A-8D1D7C07D3BA}"/>
          </ac:spMkLst>
        </pc:spChg>
        <pc:spChg chg="del">
          <ac:chgData name="pan chee" userId="0455a6a004de1107" providerId="LiveId" clId="{09490F16-BB03-43AF-9899-F673A016B2F6}" dt="2023-08-26T15:45:06.870" v="80" actId="478"/>
          <ac:spMkLst>
            <pc:docMk/>
            <pc:sldMk cId="1088349781" sldId="273"/>
            <ac:spMk id="3" creationId="{D6360029-E687-F617-7A93-94E04DDA49B0}"/>
          </ac:spMkLst>
        </pc:spChg>
        <pc:picChg chg="add mod">
          <ac:chgData name="pan chee" userId="0455a6a004de1107" providerId="LiveId" clId="{09490F16-BB03-43AF-9899-F673A016B2F6}" dt="2023-08-26T15:45:19.975" v="83" actId="1076"/>
          <ac:picMkLst>
            <pc:docMk/>
            <pc:sldMk cId="1088349781" sldId="273"/>
            <ac:picMk id="4" creationId="{D4F32CAD-69C5-D715-715D-493A3C508B6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89000"/>
              </a:schemeClr>
            </a:gs>
            <a:gs pos="23000">
              <a:schemeClr val="accent2">
                <a:lumMod val="89000"/>
              </a:schemeClr>
            </a:gs>
            <a:gs pos="69000">
              <a:schemeClr val="accent2">
                <a:lumMod val="75000"/>
              </a:schemeClr>
            </a:gs>
            <a:gs pos="97000">
              <a:schemeClr val="accent2">
                <a:lumMod val="7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DF09B-2674-D440-98CF-17766C4977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838" y="1658776"/>
            <a:ext cx="10488321" cy="1434322"/>
          </a:xfrm>
        </p:spPr>
        <p:txBody>
          <a:bodyPr>
            <a:normAutofit/>
          </a:bodyPr>
          <a:lstStyle/>
          <a:p>
            <a:pPr algn="ctr"/>
            <a:r>
              <a:rPr lang="en-US" sz="8000" dirty="0">
                <a:latin typeface="Arial Rounded MT Bold" panose="020F0704030504030204" pitchFamily="34" charset="0"/>
              </a:rPr>
              <a:t>Analytical bot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446F46-EB8B-33D4-264C-DA8D28DDC05D}"/>
              </a:ext>
            </a:extLst>
          </p:cNvPr>
          <p:cNvSpPr txBox="1"/>
          <p:nvPr/>
        </p:nvSpPr>
        <p:spPr>
          <a:xfrm>
            <a:off x="1519333" y="3347100"/>
            <a:ext cx="915333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 Rounded MT Bold" panose="020F0704030504030204" pitchFamily="34" charset="0"/>
              </a:rPr>
              <a:t>Group members:</a:t>
            </a: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en-US" sz="2400" dirty="0" err="1">
                <a:latin typeface="Arial Rounded MT Bold" panose="020F0704030504030204" pitchFamily="34" charset="0"/>
              </a:rPr>
              <a:t>Thanasoonton</a:t>
            </a:r>
            <a:r>
              <a:rPr lang="en-US" sz="2400" dirty="0"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latin typeface="Arial Rounded MT Bold" panose="020F0704030504030204" pitchFamily="34" charset="0"/>
              </a:rPr>
              <a:t>Chewakietyingyong</a:t>
            </a:r>
            <a:r>
              <a:rPr lang="en-US" sz="2400" dirty="0">
                <a:latin typeface="Arial Rounded MT Bold" panose="020F0704030504030204" pitchFamily="34" charset="0"/>
              </a:rPr>
              <a:t> M6/20</a:t>
            </a: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en-US" sz="2400" dirty="0" err="1">
                <a:latin typeface="Arial Rounded MT Bold" panose="020F0704030504030204" pitchFamily="34" charset="0"/>
              </a:rPr>
              <a:t>Kasidit</a:t>
            </a:r>
            <a:r>
              <a:rPr lang="en-US" sz="2400" dirty="0"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latin typeface="Arial Rounded MT Bold" panose="020F0704030504030204" pitchFamily="34" charset="0"/>
              </a:rPr>
              <a:t>Pitukthum</a:t>
            </a:r>
            <a:r>
              <a:rPr lang="en-US" sz="2400" dirty="0">
                <a:latin typeface="Arial Rounded MT Bold" panose="020F0704030504030204" pitchFamily="34" charset="0"/>
              </a:rPr>
              <a:t> M6/19</a:t>
            </a: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en-US" sz="2400" dirty="0" err="1">
                <a:latin typeface="Arial Rounded MT Bold" panose="020F0704030504030204" pitchFamily="34" charset="0"/>
              </a:rPr>
              <a:t>Tanapoom</a:t>
            </a:r>
            <a:r>
              <a:rPr lang="en-US" sz="2400" dirty="0"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latin typeface="Arial Rounded MT Bold" panose="020F0704030504030204" pitchFamily="34" charset="0"/>
              </a:rPr>
              <a:t>Chanthra</a:t>
            </a:r>
            <a:r>
              <a:rPr lang="en-US" sz="2400" dirty="0">
                <a:latin typeface="Arial Rounded MT Bold" panose="020F0704030504030204" pitchFamily="34" charset="0"/>
              </a:rPr>
              <a:t> M6/19</a:t>
            </a:r>
          </a:p>
        </p:txBody>
      </p:sp>
    </p:spTree>
    <p:extLst>
      <p:ext uri="{BB962C8B-B14F-4D97-AF65-F5344CB8AC3E}">
        <p14:creationId xmlns:p14="http://schemas.microsoft.com/office/powerpoint/2010/main" val="1484220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E4E9AA-AA9A-3B37-F0D3-F383E4370B9B}"/>
              </a:ext>
            </a:extLst>
          </p:cNvPr>
          <p:cNvSpPr txBox="1"/>
          <p:nvPr/>
        </p:nvSpPr>
        <p:spPr>
          <a:xfrm>
            <a:off x="474306" y="289250"/>
            <a:ext cx="11112760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 Rounded MT Bold" panose="020F0704030504030204" pitchFamily="34" charset="0"/>
              </a:rPr>
              <a:t>About our project “Analytical </a:t>
            </a:r>
            <a:r>
              <a:rPr lang="en-US" sz="2400">
                <a:latin typeface="Arial Rounded MT Bold" panose="020F0704030504030204" pitchFamily="34" charset="0"/>
              </a:rPr>
              <a:t>Bot”</a:t>
            </a:r>
            <a:endParaRPr lang="en-US" sz="2400" dirty="0">
              <a:latin typeface="Arial Rounded MT Bold" panose="020F07040305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 Rounded MT Bold" panose="020F0704030504030204" pitchFamily="34" charset="0"/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Multi-purpose analytical application which coded by using python programming languages due to the following reasons:</a:t>
            </a:r>
          </a:p>
          <a:p>
            <a:pPr marL="1257300" lvl="2" indent="-342900" algn="just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 Rounded MT Bold" panose="020F0704030504030204" pitchFamily="34" charset="0"/>
              </a:rPr>
              <a:t>Language structure is easy with dynamic systems</a:t>
            </a:r>
          </a:p>
          <a:p>
            <a:pPr marL="1257300" lvl="2" indent="-342900" algn="just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 Rounded MT Bold" panose="020F0704030504030204" pitchFamily="34" charset="0"/>
              </a:rPr>
              <a:t>Widely all over the world with high flexibility and learning curve comparing to other languages</a:t>
            </a:r>
          </a:p>
          <a:p>
            <a:pPr marL="1257300" lvl="2" indent="-342900" algn="just">
              <a:lnSpc>
                <a:spcPct val="150000"/>
              </a:lnSpc>
              <a:buFontTx/>
              <a:buChar char="-"/>
            </a:pPr>
            <a:r>
              <a:rPr lang="en-US" b="0" i="0" dirty="0">
                <a:effectLst/>
                <a:latin typeface="Arial Rounded MT Bold" panose="020F0704030504030204" pitchFamily="34" charset="0"/>
              </a:rPr>
              <a:t>Considered as the best language for new technologies including Machine learning, </a:t>
            </a:r>
          </a:p>
          <a:p>
            <a:pPr lvl="2" algn="just">
              <a:lnSpc>
                <a:spcPct val="150000"/>
              </a:lnSpc>
            </a:pPr>
            <a:r>
              <a:rPr lang="en-US" dirty="0">
                <a:latin typeface="Arial Rounded MT Bold" panose="020F0704030504030204" pitchFamily="34" charset="0"/>
              </a:rPr>
              <a:t>	</a:t>
            </a:r>
            <a:r>
              <a:rPr lang="en-US" b="0" i="0" dirty="0">
                <a:effectLst/>
                <a:latin typeface="Arial Rounded MT Bold" panose="020F0704030504030204" pitchFamily="34" charset="0"/>
              </a:rPr>
              <a:t>Big data management, Data analysis and visualization</a:t>
            </a:r>
          </a:p>
          <a:p>
            <a:pPr marL="1257300" lvl="2" indent="-342900" algn="just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 Rounded MT Bold" panose="020F0704030504030204" pitchFamily="34" charset="0"/>
              </a:rPr>
              <a:t>Rapid and cross platform prototyping</a:t>
            </a:r>
          </a:p>
          <a:p>
            <a:pPr marL="1257300" lvl="2" indent="-342900" algn="just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 Rounded MT Bold" panose="020F0704030504030204" pitchFamily="34" charset="0"/>
              </a:rPr>
              <a:t>Data analysis capabilities</a:t>
            </a:r>
          </a:p>
          <a:p>
            <a:pPr marL="1257300" lvl="2" indent="-342900" algn="just">
              <a:lnSpc>
                <a:spcPct val="150000"/>
              </a:lnSpc>
              <a:buFontTx/>
              <a:buChar char="-"/>
            </a:pPr>
            <a:endParaRPr lang="en-US" dirty="0">
              <a:latin typeface="Arial Rounded MT Bold" panose="020F070403050403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	The project includes two sections: The data analysis (</a:t>
            </a:r>
            <a:r>
              <a:rPr lang="en-US" dirty="0" err="1">
                <a:latin typeface="Arial Rounded MT Bold" panose="020F0704030504030204" pitchFamily="34" charset="0"/>
              </a:rPr>
              <a:t>AnalystCX</a:t>
            </a:r>
            <a:r>
              <a:rPr lang="en-US" dirty="0">
                <a:latin typeface="Arial Rounded MT Bold" panose="020F0704030504030204" pitchFamily="34" charset="0"/>
              </a:rPr>
              <a:t>) and the chatbot (</a:t>
            </a:r>
            <a:r>
              <a:rPr lang="en-US" dirty="0" err="1">
                <a:latin typeface="Arial Rounded MT Bold" panose="020F0704030504030204" pitchFamily="34" charset="0"/>
              </a:rPr>
              <a:t>Coconutz</a:t>
            </a:r>
            <a:r>
              <a:rPr lang="en-US" dirty="0">
                <a:latin typeface="Arial Rounded MT Bold" panose="020F0704030504030204" pitchFamily="34" charset="0"/>
              </a:rPr>
              <a:t>)</a:t>
            </a:r>
            <a:endParaRPr lang="en-US" dirty="0"/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endParaRPr lang="en-US" sz="20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91793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B50928-08E4-C5DE-4AE5-6173D6FD1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676" y="0"/>
            <a:ext cx="122586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877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1AC929-B5DA-9246-34A2-82D03D854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0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046955-9DD9-B2BC-36E7-94738C3CB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827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EFB61C-A842-EB7E-B5D4-FD4702104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794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919CF4-6D2D-7234-0DE9-A9447CD78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9894"/>
            <a:ext cx="12192000" cy="693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217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9FC2AC-C8A2-895B-8EF1-F51DBF0E4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480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67AF1A-2C4C-04AC-E630-CDDB8CF26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08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1BE0F4-5181-F5E6-32D3-7914DCAD6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88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1DD2BC-E71C-D085-C2D6-322B9C92A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846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FB8598-BE22-73F8-5699-A65731EC6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149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20A5E7-B4FF-2271-113A-9D6B2BDA1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040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37D72A-8473-7EAB-6077-A72FE77E6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747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9891BA-E034-E9B9-5416-45064954F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346" y="121633"/>
            <a:ext cx="4237087" cy="66147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02895E-A3EE-82E7-17EE-B825B3338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729" y="106391"/>
            <a:ext cx="4252328" cy="662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6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08730B-4C8C-6331-6A89-F510E8028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2" y="0"/>
            <a:ext cx="121741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616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F32CAD-69C5-D715-715D-493A3C508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1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349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138938-1909-B4FD-C8DA-602C7DEFE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6664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332</TotalTime>
  <Words>107</Words>
  <Application>Microsoft Office PowerPoint</Application>
  <PresentationFormat>Widescreen</PresentationFormat>
  <Paragraphs>16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Rounded MT Bold</vt:lpstr>
      <vt:lpstr>Calibri</vt:lpstr>
      <vt:lpstr>Calibri Light</vt:lpstr>
      <vt:lpstr>Celestial</vt:lpstr>
      <vt:lpstr>Analytical bot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Analytical bot</dc:title>
  <dc:creator>pan chee</dc:creator>
  <cp:lastModifiedBy>pan chee</cp:lastModifiedBy>
  <cp:revision>3</cp:revision>
  <dcterms:created xsi:type="dcterms:W3CDTF">2023-08-26T14:39:59Z</dcterms:created>
  <dcterms:modified xsi:type="dcterms:W3CDTF">2023-08-29T15:49:02Z</dcterms:modified>
</cp:coreProperties>
</file>